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200" y="67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67C-1935-4F87-B16E-52D2322F7C5D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F9157-B7D0-4AAE-9CEE-B1AC2337D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027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67C-1935-4F87-B16E-52D2322F7C5D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F9157-B7D0-4AAE-9CEE-B1AC2337D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348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67C-1935-4F87-B16E-52D2322F7C5D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F9157-B7D0-4AAE-9CEE-B1AC2337D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30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67C-1935-4F87-B16E-52D2322F7C5D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F9157-B7D0-4AAE-9CEE-B1AC2337D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878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67C-1935-4F87-B16E-52D2322F7C5D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F9157-B7D0-4AAE-9CEE-B1AC2337D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91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67C-1935-4F87-B16E-52D2322F7C5D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F9157-B7D0-4AAE-9CEE-B1AC2337D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38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67C-1935-4F87-B16E-52D2322F7C5D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F9157-B7D0-4AAE-9CEE-B1AC2337D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61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67C-1935-4F87-B16E-52D2322F7C5D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F9157-B7D0-4AAE-9CEE-B1AC2337D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399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67C-1935-4F87-B16E-52D2322F7C5D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F9157-B7D0-4AAE-9CEE-B1AC2337D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151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67C-1935-4F87-B16E-52D2322F7C5D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F9157-B7D0-4AAE-9CEE-B1AC2337D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473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667C-1935-4F87-B16E-52D2322F7C5D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F9157-B7D0-4AAE-9CEE-B1AC2337D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494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0667C-1935-4F87-B16E-52D2322F7C5D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F9157-B7D0-4AAE-9CEE-B1AC2337D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60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634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A4 纸张(210x297 毫米)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小 航</dc:creator>
  <cp:lastModifiedBy>小 航</cp:lastModifiedBy>
  <cp:revision>1</cp:revision>
  <dcterms:created xsi:type="dcterms:W3CDTF">2022-12-06T11:47:10Z</dcterms:created>
  <dcterms:modified xsi:type="dcterms:W3CDTF">2022-12-06T11:48:56Z</dcterms:modified>
</cp:coreProperties>
</file>