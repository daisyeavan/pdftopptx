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2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4D190C-FA1C-6334-9A87-4B7017E47F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645669A-35BA-7EED-6BD6-CD314F09BF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FDBBD9-CAB1-2F12-B832-F2D86E265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442A4-C5DE-4771-83A9-108D70943993}" type="datetimeFigureOut">
              <a:rPr lang="zh-CN" altLang="en-US" smtClean="0"/>
              <a:t>2024/4/25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5C8AFC-FC47-998F-A152-545BFB3D3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747CCE-C353-37CD-E5F4-4D3C28A44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47AC-1469-4345-A7E9-FE909EDC24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7516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24549C-2FE6-D931-9D72-21D42C363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160DBB-6C20-3B96-FD1F-31726BE62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43F495-80A8-9288-1D59-2CA784F5B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442A4-C5DE-4771-83A9-108D70943993}" type="datetimeFigureOut">
              <a:rPr lang="zh-CN" altLang="en-US" smtClean="0"/>
              <a:t>2024/4/25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50B4FD-FD8C-4901-F79D-F334D16FF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9E8440-3A2B-0065-AB59-9E326A14E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47AC-1469-4345-A7E9-FE909EDC24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4713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8B8A39-62BB-AAD4-2C36-F21A88CC3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14CD6B4-5DBE-40BC-28C0-A58233F3E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DCAED1-167A-135E-C788-2625947B2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442A4-C5DE-4771-83A9-108D70943993}" type="datetimeFigureOut">
              <a:rPr lang="zh-CN" altLang="en-US" smtClean="0"/>
              <a:t>2024/4/25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18B945-4FC3-ABFD-FCBF-EEB02A178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32D1D7-70D9-92D2-26F7-78007118B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47AC-1469-4345-A7E9-FE909EDC24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2762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FFEB33-141A-B6FF-C930-6E0532F7C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808723-9EE3-C6C2-4BB1-4135F9F6F3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7ABC865-2B9D-8B6A-8101-83DEAE3CA7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4D0AAEA-1AF0-0DED-5221-952F8D89A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442A4-C5DE-4771-83A9-108D70943993}" type="datetimeFigureOut">
              <a:rPr lang="zh-CN" altLang="en-US" smtClean="0"/>
              <a:t>2024/4/25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614BAC4-6476-8E07-DA32-BB4F5378C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1ACF770-7610-F86B-D0E9-1605C1885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47AC-1469-4345-A7E9-FE909EDC24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5062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6DDC0C-9780-6623-3EA3-1D5A98374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98B9984-0266-8AA2-3EB5-6E274A191C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1FAC28F-4AE9-540C-4372-D2CA92033C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4542C69-6BD0-03FC-3771-C548BC4738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3CA7D7E-F651-38CF-7B1E-E3D2626E61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4C6331C-4E7B-A23C-218B-1BA34F37A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442A4-C5DE-4771-83A9-108D70943993}" type="datetimeFigureOut">
              <a:rPr lang="zh-CN" altLang="en-US" smtClean="0"/>
              <a:t>2024/4/25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ED58D08-EDCB-49B5-9D4D-4B123DC9F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72DE76B-3836-E3EC-72D1-7FB92358A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47AC-1469-4345-A7E9-FE909EDC24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6327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E2B6B8-3C10-D2DF-1E66-DF9DFB051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11A27B4-DF1B-71C9-52CE-99787D054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442A4-C5DE-4771-83A9-108D70943993}" type="datetimeFigureOut">
              <a:rPr lang="zh-CN" altLang="en-US" smtClean="0"/>
              <a:t>2024/4/25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BA2B38B-4268-ADD6-A0A6-B146EB1AE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5DC6A8F-AEF0-5101-BA3E-01A1594D4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47AC-1469-4345-A7E9-FE909EDC24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4492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9EC878D-4C38-83B3-A410-677DA1477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442A4-C5DE-4771-83A9-108D70943993}" type="datetimeFigureOut">
              <a:rPr lang="zh-CN" altLang="en-US" smtClean="0"/>
              <a:t>2024/4/25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0938E9E-8F0B-D690-C8A7-DEB56D954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27CE3D-1CF8-9E30-A9A0-49DF280F1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47AC-1469-4345-A7E9-FE909EDC24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7305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A3EF8D-7BB2-81D4-14DD-1FA10E3F9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85DEFA-6D20-67F5-0F45-1839D6A24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757B48C-C0B4-000A-3292-39B9D96AF4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823D6E-0785-475D-3BB5-9561B18CA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442A4-C5DE-4771-83A9-108D70943993}" type="datetimeFigureOut">
              <a:rPr lang="zh-CN" altLang="en-US" smtClean="0"/>
              <a:t>2024/4/25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994096B-3051-14E5-967E-2A66C9AC3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72E3A4-8EC5-3A56-842C-302C37C3F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47AC-1469-4345-A7E9-FE909EDC24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0382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2C47B2-94F6-0B28-405A-DE5500E9B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C7867AB-7F1D-16C4-E8DF-EDEA291AC7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1466063-5541-C2D7-417B-B122E5C7BB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BBDE68-DAB5-AB4B-D522-B91479320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442A4-C5DE-4771-83A9-108D70943993}" type="datetimeFigureOut">
              <a:rPr lang="zh-CN" altLang="en-US" smtClean="0"/>
              <a:t>2024/4/25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E04E9E6-EE78-7547-061D-15F1E76D5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944126B-FA97-14EC-3A61-0854B8EF0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47AC-1469-4345-A7E9-FE909EDC24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1012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B87640-3A74-CC7E-B892-AA47A97E7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550BB3D-F479-D1D7-EB05-3F5D14FA47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BBBEBC-BAF3-F3A0-308C-AC4E0957E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442A4-C5DE-4771-83A9-108D70943993}" type="datetimeFigureOut">
              <a:rPr lang="zh-CN" altLang="en-US" smtClean="0"/>
              <a:t>2024/4/25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E7EBA3-6E85-BE94-104D-A14133D7D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96829B-24FF-8510-366C-3A6B992E2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47AC-1469-4345-A7E9-FE909EDC24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9879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F67C416-7B45-E6AB-7316-B996233120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28AC435-5FC6-5DAE-8395-965C14BAF5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4AED87-968A-69AA-55F2-0D56A04D3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442A4-C5DE-4771-83A9-108D70943993}" type="datetimeFigureOut">
              <a:rPr lang="zh-CN" altLang="en-US" smtClean="0"/>
              <a:t>2024/4/25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24ED9D-BF49-A98C-21CC-39930784D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2AC584-0D5A-A159-5C41-3687A3EDF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47AC-1469-4345-A7E9-FE909EDC24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5217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9A59920-B109-AF44-9C61-040AFC32E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FE3E95-C750-412A-B8A6-101455A05B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10C7F2-2B64-7381-48F5-2AA3D5B487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0442A4-C5DE-4771-83A9-108D70943993}" type="datetimeFigureOut">
              <a:rPr lang="zh-CN" altLang="en-US" smtClean="0"/>
              <a:t>2024/4/25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855EFE-64AA-9768-BD18-B19D22DDC6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E6C1E-97B0-3CA8-1ED5-46970081F4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B47AC-1469-4345-A7E9-FE909EDC24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2634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4" baseType="lpstr">
      <vt:lpstr>等线</vt:lpstr>
      <vt:lpstr>等线 Light</vt:lpstr>
      <vt:lpstr>Arial</vt:lpstr>
      <vt:lpstr>Office 主题​​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航 小</dc:creator>
  <cp:lastModifiedBy>航 小</cp:lastModifiedBy>
  <cp:revision>1</cp:revision>
  <dcterms:created xsi:type="dcterms:W3CDTF">2024-04-25T04:17:58Z</dcterms:created>
  <dcterms:modified xsi:type="dcterms:W3CDTF">2024-04-25T04:18:17Z</dcterms:modified>
</cp:coreProperties>
</file>