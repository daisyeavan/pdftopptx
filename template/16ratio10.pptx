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5715000" type="screen16x10"/>
  <p:notesSz cx="6858000" cy="9144000"/>
  <p:defaultTextStyle>
    <a:defPPr>
      <a:defRPr lang="zh-CN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7" d="100"/>
          <a:sy n="87" d="100"/>
        </p:scale>
        <p:origin x="715" y="67"/>
      </p:cViewPr>
      <p:guideLst>
        <p:guide orient="horz" pos="180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F08491-F69D-CAF9-F0B5-636611ADF1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1363DC3-1B50-2EAD-EAAC-131157EA79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0119C8-D9F2-7DED-2980-895A18463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847F1-400C-42DD-8F44-E87EE7FAEB7A}" type="datetimeFigureOut">
              <a:rPr lang="zh-CN" altLang="en-US" smtClean="0"/>
              <a:t>2022/12/6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E930A6-8886-3767-2E24-59D0829FA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9C9FE0-A7B3-E612-8717-889F936D1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A8324-4356-4125-BABF-7ED7B6564B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742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2D3283-6317-9CBB-1AB5-18761B55E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243A53-01EE-9780-9A55-28E36958E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132F9E-9A52-0A14-5E66-7081F1112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847F1-400C-42DD-8F44-E87EE7FAEB7A}" type="datetimeFigureOut">
              <a:rPr lang="zh-CN" altLang="en-US" smtClean="0"/>
              <a:t>2022/12/6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F2753D-3749-7834-BE7C-4C5383F06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E7132F-88A3-A03D-9D58-A2A8C8822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A8324-4356-4125-BABF-7ED7B6564B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8759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5E6F7F-8671-AAB1-FC60-A0E80D167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BE7973-0BDF-1EF6-9D5D-E04DA3FF71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A97140-5D3E-71E8-7CB6-4D9BECCBA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847F1-400C-42DD-8F44-E87EE7FAEB7A}" type="datetimeFigureOut">
              <a:rPr lang="zh-CN" altLang="en-US" smtClean="0"/>
              <a:t>2022/12/6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D896C1-73BB-1A17-161C-5A5638F9D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0195B7-1890-ED72-9467-02FBF4AB8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A8324-4356-4125-BABF-7ED7B6564B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3889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C9D8BC-629C-4AC1-4A16-5DD553E64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4E8626-5B37-47C4-0797-28884A8539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76D59AD-2D0A-9F2D-59CD-5136B07300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B59B492-1BB7-5479-D92A-B5AE8CD9C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847F1-400C-42DD-8F44-E87EE7FAEB7A}" type="datetimeFigureOut">
              <a:rPr lang="zh-CN" altLang="en-US" smtClean="0"/>
              <a:t>2022/12/6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A51A2CF-063E-6BFE-71B2-54C2CE322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40E58C5-C751-061B-3F75-8300C7AC9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A8324-4356-4125-BABF-7ED7B6564B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9949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CE0891-12B4-29EE-8A03-84E7525B0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B82FBF1-5171-C006-24BA-77D4217410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74E99EF-342B-CC21-803A-AB9F67A47E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C6F6BD3-FD08-C2E8-488A-8541D1D340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F98CFE4-B6EF-71F1-46D3-92E05C08C9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5FB75C8-E347-8878-67E9-45886329E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847F1-400C-42DD-8F44-E87EE7FAEB7A}" type="datetimeFigureOut">
              <a:rPr lang="zh-CN" altLang="en-US" smtClean="0"/>
              <a:t>2022/12/6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F0853B0-D650-4266-A28F-3085603F1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84B3EB9-93F4-2C3C-87CC-8C5D095D8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A8324-4356-4125-BABF-7ED7B6564B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6263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A3BAE1-AFF4-8E27-45B1-CBC5770E3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73D3E1E-B34B-BE56-B365-8982844A4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847F1-400C-42DD-8F44-E87EE7FAEB7A}" type="datetimeFigureOut">
              <a:rPr lang="zh-CN" altLang="en-US" smtClean="0"/>
              <a:t>2022/12/6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078018C-2BB7-8F61-15EB-B02112E81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D8D84AC-A03D-067F-B100-E47E44B74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A8324-4356-4125-BABF-7ED7B6564B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0430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4F608DE-3A0B-F7EC-2CC2-C40EF8BEA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847F1-400C-42DD-8F44-E87EE7FAEB7A}" type="datetimeFigureOut">
              <a:rPr lang="zh-CN" altLang="en-US" smtClean="0"/>
              <a:t>2022/12/6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A0A564C-35F5-7707-8D8B-564E8DDEC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E1B11D-4940-284D-D0D8-19291CFD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A8324-4356-4125-BABF-7ED7B6564B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7794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A09DF1-7F49-F612-CA07-79756D5EA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3AFD2C-6D53-9376-C583-7484EC6147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6FE764-C223-EFEE-1B5C-01BB1386EF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0037CFC-A46B-E3D8-BFC6-FCAA6608D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847F1-400C-42DD-8F44-E87EE7FAEB7A}" type="datetimeFigureOut">
              <a:rPr lang="zh-CN" altLang="en-US" smtClean="0"/>
              <a:t>2022/12/6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C130015-E7A8-2006-1E81-2B871A513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0CBC9D5-1114-3BA2-D9E1-11A065D17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A8324-4356-4125-BABF-7ED7B6564B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4314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03529F-5EAC-1AC1-2871-7AD2D8B38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B599FE8-4425-2AAA-8BD0-A2CFB76A2A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A1E56AD-F2D3-7088-312D-F84363B0CA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689B01C-9CA8-72BF-5853-872D6958D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847F1-400C-42DD-8F44-E87EE7FAEB7A}" type="datetimeFigureOut">
              <a:rPr lang="zh-CN" altLang="en-US" smtClean="0"/>
              <a:t>2022/12/6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4BE64E0-18A7-000E-440C-19063619A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34FFF6-FD7A-B4F3-511D-BCF5DF79B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A8324-4356-4125-BABF-7ED7B6564B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8813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FD1A5D-9B01-D3D7-54D5-9B00344BE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53FA67B-798B-E3BC-C7C4-85FAB3A3FC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8176B5-51F9-29B1-ED2E-F02B87AAB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847F1-400C-42DD-8F44-E87EE7FAEB7A}" type="datetimeFigureOut">
              <a:rPr lang="zh-CN" altLang="en-US" smtClean="0"/>
              <a:t>2022/12/6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9C2BA2-22DF-6E59-8A5E-6F493E9B8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FFC9C2-E1D9-0B8C-1CA9-B3EF08B39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A8324-4356-4125-BABF-7ED7B6564B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6009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7A5BC1E-3AE1-4CA5-ACD1-A41F9C534B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C17BFA-4D2C-E2E5-4A05-DDD0F56125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59E4CF-7D8F-7891-297D-77EF5205D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847F1-400C-42DD-8F44-E87EE7FAEB7A}" type="datetimeFigureOut">
              <a:rPr lang="zh-CN" altLang="en-US" smtClean="0"/>
              <a:t>2022/12/6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96FFEF-076F-AE2D-A2BD-E8F8DCFE3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05773E-8371-C9AB-5C55-5CB55408D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A8324-4356-4125-BABF-7ED7B6564B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383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B89DE02-F1F0-08DF-87B4-7B9CBE8D7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ED9B021-3D61-3254-AB17-57BD7AFF25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767822-747E-6C1B-1675-0984058D52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5847F1-400C-42DD-8F44-E87EE7FAEB7A}" type="datetimeFigureOut">
              <a:rPr lang="zh-CN" altLang="en-US" smtClean="0"/>
              <a:t>2022/12/6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23C435-BAC2-BC75-D090-C383F2E487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B3A562-B9A3-0743-41AC-E1B697B837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CA8324-4356-4125-BABF-7ED7B6564B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9678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全屏显示(16:10)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4" baseType="lpstr">
      <vt:lpstr>等线</vt:lpstr>
      <vt:lpstr>等线 Light</vt:lpstr>
      <vt:lpstr>Arial</vt:lpstr>
      <vt:lpstr>Office 主题​​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小 航</dc:creator>
  <cp:lastModifiedBy>小 航</cp:lastModifiedBy>
  <cp:revision>1</cp:revision>
  <dcterms:created xsi:type="dcterms:W3CDTF">2022-12-06T10:01:57Z</dcterms:created>
  <dcterms:modified xsi:type="dcterms:W3CDTF">2022-12-06T10:04:54Z</dcterms:modified>
</cp:coreProperties>
</file>